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52" y="40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E1436-91AB-CF77-F0E5-0E80B5321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078EF4-51FE-70BE-48C2-0948D376E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F04A6-F90C-2319-BA9D-4A2DE99A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61DA9F-9AB6-BC5B-4C27-F1E36DF6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74BAD-1C77-BE25-3901-2EF941B5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99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85D32-B31F-2AA4-A531-977D245EC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F02EC-5608-8F94-320C-B71A34F92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E17ED-569C-D6AC-F319-8335156E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557A52-9B7C-B84C-C847-873A98D6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926488-D1D1-8250-BB26-D47BBF142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82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22FF2-8CBC-E4DE-9A0B-629183BE6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EE3A89-A07D-A744-ED71-ABCD03B2B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1C639D-189E-9C84-F718-52A5D63F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2DCFCF-C0DD-ADE9-D57D-50C99AC1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29DCCF-20EC-B37A-A930-2948AB61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75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E1F23-DF4B-026E-B6CC-3FFAF2D6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4DC26-930A-4279-920B-AC0423E69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1E7DC6-4CE6-58DD-BDF6-5DE288662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CCAB5D-EFB7-0BBF-7126-6119654D1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80EE6B-91B6-38BC-2533-C1189BF3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0ABC91-A7F6-3091-7650-AE0E7979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26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0CC2A-4B30-A610-EA7F-CCEBB134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E04CA7-EF6A-4713-002B-99F30D227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9586EB-00D6-F173-D155-D4905507A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076C47-4751-0DE7-7B9A-FE4159038B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20E1DA-EFD9-5B2C-ADF0-47D4DAD3B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A479D2-E184-3DAA-7A2A-195D8A78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EBDA81-36AC-BAF0-0D39-F8A69C7A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FB8584-CFD8-BA74-FB2E-B92170FD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59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BBA4C-403B-0E49-BBC9-565C3C4E0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4858D2-38FE-2AF4-6D25-C6ED0853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6B3C7B-563E-47CC-7ED9-035C8F55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D937AA-E276-F9B8-BD41-BD77BA3E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6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4551AD-8837-BFE4-D35B-103E266A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0D9C47-3BE7-BA78-8280-22B8E22B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DFC1C-C31B-DDCE-83BD-A475B84A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23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2006C-C1BF-4A86-E180-A174C5F93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7F205-929F-59A7-765F-57E95A8E0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0339BB-01DF-8E3D-873F-83DCB512D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9EA6DB-5303-316B-0694-35366F19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F7E267-A230-6F8F-9327-FE3F4DECB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48DA9B-5842-2971-4F7E-06868CCB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54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43A1B-17E7-D71D-A793-93A1E10C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E8DF22-753F-156B-F294-9A6E04733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E706CB-0BBC-4DA6-E6A4-57CFCC83C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8CBF67-0F66-61DC-DD3B-519FC41CA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10C005-B6F2-94FD-B016-4C86FD04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E6F37B-8B7E-2570-8C56-AF16F510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613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8DC64-86AB-031C-BB0F-495A5DA6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126CCB-EEBA-3B92-2E45-DEB8AFA9F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32BD25-B1FB-CF41-EA0F-00310086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12281-E15E-2366-D865-9D819CF4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161B5-1136-47B6-D361-5FC633D0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57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CBB042-B24F-1539-1D37-C26A61B6F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532F58-EE40-8EF0-4A89-986249519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145791-133B-8922-D688-36898D39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0A1E9E-FC69-E613-15E9-81C3855F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C1FA29-2BA4-8617-B6A0-0992D593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6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8BC8C6-EDF0-9B6B-66D2-F440292AE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C1C137-11C0-6B7B-8645-F66F405C8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DA9BAC-EF6E-4D26-1506-5D7D873F6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E084C-C125-45F3-B345-A940174663BE}" type="datetimeFigureOut">
              <a:rPr lang="zh-CN" altLang="en-US" smtClean="0"/>
              <a:t>2025/08/19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085FD-CF0D-43E6-29EC-372B57A8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585935-294C-25FA-2008-E5C5EA717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3BCD2-1DBE-4983-BCFF-BC9493AC2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24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BFB45-E152-ABDF-E09A-0B2482F76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4A0B83-6A0C-0FA0-D1B7-ABDE4F99B4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背景图案&#10;&#10;AI 生成的内容可能不正确。">
            <a:extLst>
              <a:ext uri="{FF2B5EF4-FFF2-40B4-BE49-F238E27FC236}">
                <a16:creationId xmlns:a16="http://schemas.microsoft.com/office/drawing/2014/main" id="{DE8A529D-FCC9-2ECB-D053-7F0E31805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屏幕上有字&#10;&#10;AI 生成的内容可能不正确。">
            <a:extLst>
              <a:ext uri="{FF2B5EF4-FFF2-40B4-BE49-F238E27FC236}">
                <a16:creationId xmlns:a16="http://schemas.microsoft.com/office/drawing/2014/main" id="{2816672A-F78B-F74E-AE34-75EF141EE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9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形用户界面&#10;&#10;AI 生成的内容可能不正确。">
            <a:extLst>
              <a:ext uri="{FF2B5EF4-FFF2-40B4-BE49-F238E27FC236}">
                <a16:creationId xmlns:a16="http://schemas.microsoft.com/office/drawing/2014/main" id="{895A74E9-0867-A973-F288-AEC256DE8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0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FCD374E-B01C-AF81-6802-E1EF92CE4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6" r="261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2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6D77739D-9183-68CD-266C-01132113C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4289A2A-7AE9-8689-A54A-6FAE0F6FD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" r="245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0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内容占位符 4" descr="图表, 雷达图&#10;&#10;AI 生成的内容可能不正确。">
            <a:extLst>
              <a:ext uri="{FF2B5EF4-FFF2-40B4-BE49-F238E27FC236}">
                <a16:creationId xmlns:a16="http://schemas.microsoft.com/office/drawing/2014/main" id="{E6E484AB-D3A4-857F-5424-80BB9A1BF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" r="49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44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c85700</dc:creator>
  <cp:lastModifiedBy>c85700</cp:lastModifiedBy>
  <cp:revision>5</cp:revision>
  <dcterms:created xsi:type="dcterms:W3CDTF">2025-05-20T05:09:49Z</dcterms:created>
  <dcterms:modified xsi:type="dcterms:W3CDTF">2025-08-19T13:58:47Z</dcterms:modified>
</cp:coreProperties>
</file>